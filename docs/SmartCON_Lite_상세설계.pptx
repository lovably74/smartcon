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1049266"/>
            <a:ext cx="51435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SmartCON Lite 상세 설계 및 개발 계획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14350" y="2066525"/>
            <a:ext cx="5143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</a:rPr>
              <a:t>건설 현장 인력 관리의 혁신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14350" y="2455859"/>
            <a:ext cx="4429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SmartCON Lite는 건설 현장의 복잡한 인력 관리 프로세스를 혁신하기 위해 설계된 차세대 SaaS 플랫폼입니다. 본사, 현장, 노무자를 유기적으로 연결하는 통합 관리 생태계를 구축합니다.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3266675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241672"/>
            <a:ext cx="87097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멀티테넌시 확장성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3266675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86125" y="3241672"/>
            <a:ext cx="7658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안면인식 자동화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3488131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3463128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실시간 출역 관리</a:t>
            </a:r>
            <a:endParaRPr lang="en-US" sz="83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488131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86125" y="3463128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투명한 정산 시스템</a:t>
            </a:r>
            <a:endParaRPr lang="en-US" sz="834" dirty="0"/>
          </a:p>
        </p:txBody>
      </p:sp>
      <p:sp>
        <p:nvSpPr>
          <p:cNvPr id="14" name="Shape 7"/>
          <p:cNvSpPr/>
          <p:nvPr/>
        </p:nvSpPr>
        <p:spPr>
          <a:xfrm>
            <a:off x="5657850" y="57150"/>
            <a:ext cx="35433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1511991"/>
            <a:ext cx="3714750" cy="22338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시스템 아키텍처 및 기술 스택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12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시스템의 안정성과 효율성을 극대화하기 위해 검증된 최신 기술 스택을 채택하였습니다. Shared Database &amp; Schema 기반의 멀티테넌트 구조로 효율적인 데이터 격리 및 관리를 실현합니다.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632347"/>
            <a:ext cx="142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구분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2000250" y="1632347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상세 내용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035969"/>
            <a:ext cx="1428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Architecture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085975" y="2035969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Shared Database &amp; Schema 기반의 멀티테넌트 구조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43450" y="2035969"/>
            <a:ext cx="1428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Backend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6257925" y="2035969"/>
            <a:ext cx="23145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Java 17, Spring Boot 3.3, JPA/Hibernate, MariaDB 기반의 안정적인 API 서버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821781"/>
            <a:ext cx="1428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Frontend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085975" y="2821781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React 18, TypeScript, Vite, Tailwind CSS를 활용한 고성능 UI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43450" y="2821781"/>
            <a:ext cx="1428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Mobile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257925" y="2821781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Capacitor 6.0 기반 하이브리드 앱 (카메라, GPS, 푸시 등 네이티브 기능 지원)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1500" y="3414713"/>
            <a:ext cx="1428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Infrastructure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085975" y="3414713"/>
            <a:ext cx="2314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Docker 컨테이너화 및 AWS S3를 통한 확장 가능한 스토리지 구성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사용자 역할 및 권한 체계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12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SmartCON Lite는 건설 현장의 다양한 이해관계자를 고려하여 5단계의 정교한 역할 기반 접근 제어(RBAC) 모델을 지원합니다.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646634"/>
            <a:ext cx="1300163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역할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871663" y="1646634"/>
            <a:ext cx="6700838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주요 책임 및 기능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960959"/>
            <a:ext cx="1300163" cy="317897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슈퍼관리자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871663" y="1960959"/>
            <a:ext cx="6700838" cy="317897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SaaS 플랫폼 운영 총괄, 테넌트 및 구독/결제 관리, 시스템 모니터링 및 정산 관리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278856"/>
            <a:ext cx="1300163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본사관리자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1871663" y="2278856"/>
            <a:ext cx="6700838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회사 정보 관리, 현장 개설 및 전사 통계 분석, 표준 공종/직종 및 단가 설정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593181"/>
            <a:ext cx="1300163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현장관리자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871663" y="2593181"/>
            <a:ext cx="6700838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담당 현장 운영, 팀/인력 관리, 작업 지시 및 실시간 출역 마감, 공사일보 관리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907506"/>
            <a:ext cx="1300163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팀장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871663" y="2907506"/>
            <a:ext cx="6700838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작업 요청 수락 및 팀원 배정, 간편 일보 작성 보고, 팀원 출역 현황 관리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1500" y="3221831"/>
            <a:ext cx="1300163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노무자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871663" y="3221831"/>
            <a:ext cx="6700838" cy="314325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전자계약 서명, 출역 현황 조회, 개인 프로필 관리 및 안면인식 정보 등록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5143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핵심 도메인 설계 - 사용자 및 테넌트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03722"/>
            <a:ext cx="4643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사용자 도메인 (User Domain)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82328"/>
            <a:ext cx="46434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카카오 및 네이버 소셜 로그인을 연동하여 사용자 접근성을 극대화하였으며, 안면인식(FaceNet) 임베딩 데이터를 안전하게 관리하여 현장 출입 보안을 강화합니다.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179513"/>
            <a:ext cx="4643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테넌트 도메인 (Tenant Domain)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458120"/>
            <a:ext cx="46434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각 고객사(테넌트)에 독립된 운영 환경을 제공합니다. 구독 상태(Active, Suspended 등)에 따른 생명주기를 체계적으로 관리하며, 테넌트 필터를 통해 데이터를 엄격히 격리합니다.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361023"/>
            <a:ext cx="4643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보안 및 인증 설계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639629"/>
            <a:ext cx="46434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JWT 기반 인증 시스템과 정교한 역할 기반 접근 제어(RBAC)를 적용합니다. 모든 API 요청은 테넌트 식별자를 포함하여 멀티테넌트 환경에서의 데이터 무결성을 보장합니다.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56" y="1666866"/>
            <a:ext cx="3214688" cy="1809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500062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핵심 도메인 설계 - 구독 및 결제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122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SaaS 비즈니스의 핵심인 구독 및 결제 시스템은 유연한 요금제 구성과 자동화된 프로세스를 지향합니다. 정책 엔진을 통한 기능 제어와 정기 결제 자동화를 통해 운영 효율을 극대화합니다.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1835162"/>
            <a:ext cx="871538" cy="27146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항목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443038" y="1835162"/>
            <a:ext cx="3843338" cy="27146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주요 기능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106625"/>
            <a:ext cx="871538" cy="446484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구독 관리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443038" y="2106625"/>
            <a:ext cx="3843338" cy="446484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Basic/Standard/Premium 요금제 관리 및 자동 승인 규칙 엔진 도입을 통한 테넌트별 기능 제한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553109"/>
            <a:ext cx="871538" cy="44291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결제 시스템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443038" y="2553109"/>
            <a:ext cx="3843338" cy="44291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PG사 연동 정기 결제 처리, 결제 실패 시 재시도 로직 구축, 국세청 연동 전자세금계산서 자동 발행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2996022"/>
            <a:ext cx="871538" cy="44291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분석 도구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443038" y="2996022"/>
            <a:ext cx="3843338" cy="442913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MRR(월간 반복 매출), Churn Rate(해지율), 고객 획득 비용(CAC) 등 핵심 KPI를 시각화한 대시보드 제공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47220"/>
            <a:ext cx="3286125" cy="1849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5143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현장 및 출역 관리 설계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46584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현장 관리 및 GPS 구역 설정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525191"/>
            <a:ext cx="42862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GPS 기술을 활용하여 현장별 가상 구역(Geofencing)을 설정합니다. 공종 및 직종별 표준 단가를 적용하여 관리의 정밀도를 높이며, 현장 내 인력 분포를 실시간으로 파악합니다.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105230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안면인식(FaceNet) 출역 자동화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383836"/>
            <a:ext cx="42862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FaceNet 기술을 활용한 비대면 출퇴근 기록 시스템을 도입합니다. 현장 입구에 설치된 단말기를 통해 노무자의 신원을 1초 내에 식별하며, 대리 출석 등 부정 출역을 원천적으로 방지합니다.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3146738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실시간 작업 배정 및 알림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425344"/>
            <a:ext cx="42862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현장 관리자가 생성한 작업 요청은 실시간 Push 알림을 통해 팀장에게 전달됩니다. 팀장은 모바일 앱에서 즉시 수락/거부할 수 있으며, 확정된 인원은 자동으로 출역 관리 시스템에 연동됩니다.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500063"/>
            <a:ext cx="2857500" cy="200025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2643188"/>
            <a:ext cx="28575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5143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전자계약 및 정산 시스템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32272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모바일 환경에 최적화된 전자계약 시스템과 확정된 출역 데이터를 기반으로 한 투명한 정산 프로세스를 제공합니다.</a:t>
            </a:r>
            <a:endParaRPr lang="en-US" sz="94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81262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7238" y="1850901"/>
            <a:ext cx="4732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전자계약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571500" y="2111648"/>
            <a:ext cx="248602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모바일 Canvas 기반 전자서명 기능을 제공하며, 법적 효력을 갖춘 PDF 계약서를 자동으로 생성하고 안전하게 보관합니다.</a:t>
            </a:r>
            <a:endParaRPr lang="en-US" sz="78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1881262"/>
            <a:ext cx="96441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2566" y="1850901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정산 관리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3228975" y="2111648"/>
            <a:ext cx="248602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확정된 출역 데이터를 기반으로 노무비를 자동 계산하며, 각 역할별로 최적화된 급여 명세서 및 정산 리포트를 제공합니다.</a:t>
            </a:r>
            <a:endParaRPr lang="en-US" sz="78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17106"/>
            <a:ext cx="96441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5091" y="288674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증빙 관리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571500" y="3147492"/>
            <a:ext cx="248602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작업 사진, GPS 위치 정보 등 디지털 증빙을 결합하여 투명한 노무 관리 환경을 조성하고 분쟁을 사전에 방지합니다.</a:t>
            </a:r>
            <a:endParaRPr lang="en-US" sz="78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975" y="2917106"/>
            <a:ext cx="160734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46859" y="288674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외부 연동</a:t>
            </a:r>
            <a:endParaRPr lang="en-US" sz="885" dirty="0"/>
          </a:p>
        </p:txBody>
      </p:sp>
      <p:sp>
        <p:nvSpPr>
          <p:cNvPr id="16" name="Text 9"/>
          <p:cNvSpPr/>
          <p:nvPr/>
        </p:nvSpPr>
        <p:spPr>
          <a:xfrm>
            <a:off x="3228975" y="3147492"/>
            <a:ext cx="24860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홈택스(세금계산서), PG사(결제), 기상청 등 외부 API와의 유기적인 연동을 통해 업무의 연속성을 보장합니다.</a:t>
            </a:r>
            <a:endParaRPr lang="en-US" sz="780" dirty="0"/>
          </a:p>
        </p:txBody>
      </p:sp>
      <p:sp>
        <p:nvSpPr>
          <p:cNvPr id="17" name="Shape 1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425" y="607219"/>
            <a:ext cx="2404123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개발 일정 및 마일스톤 (전반기)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122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개발 프로세스는 6주간의 집중 개발 기간으로 구성되며, 전반기에는 핵심 인프라와 구독 관리 시스템 구축에 집중합니다.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418034"/>
            <a:ext cx="7286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주차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300163" y="1418034"/>
            <a:ext cx="871538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기간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171700" y="1418034"/>
            <a:ext cx="13001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주요 목표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471863" y="1418034"/>
            <a:ext cx="262633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웹개발자 (백엔드/웹)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098195" y="1418034"/>
            <a:ext cx="2474305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모바일개발자 (앱/웹지원)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1710928"/>
            <a:ext cx="728663" cy="46791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1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300163" y="1710928"/>
            <a:ext cx="871538" cy="46791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01/06 - 01/12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171700" y="1710928"/>
            <a:ext cx="1300163" cy="46791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핵심 인프라 구축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471863" y="1710928"/>
            <a:ext cx="2626333" cy="46791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멀티테넌트 시스템 완성, JWT 인증 로직, 데이터베이스 스키마 매핑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098195" y="1710928"/>
            <a:ext cx="2474305" cy="46791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Capacitor 빌드 환경 구축, 인트로 및 로그인 플로우 UI 구현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1500" y="2178844"/>
            <a:ext cx="72866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2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1300163" y="2178844"/>
            <a:ext cx="871538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01/13 - 01/19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171700" y="2178844"/>
            <a:ext cx="130016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구독 관리 시스템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471863" y="2178844"/>
            <a:ext cx="262633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구독 CRUD API, 승인 워크플로우 엔진, 사용자 및 권한 관리 API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6098195" y="2178844"/>
            <a:ext cx="2474305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슈퍼관리자 관리 페이지 완성, 모바일 앱 네비게이션 구조 설정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71500" y="2643188"/>
            <a:ext cx="72866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3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1300163" y="2643188"/>
            <a:ext cx="871538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01/20 - 01/26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171700" y="2643188"/>
            <a:ext cx="130016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현장 관리 시스템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3471863" y="2643188"/>
            <a:ext cx="2626333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현장/팀 관리 API, 팀원 초대 및 승인 시스템, 표준 공종/직종 관리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098195" y="2643188"/>
            <a:ext cx="2474305" cy="46434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본사관리자 대시보드 구현, 모바일 현장별 정보 표시 기능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571500" y="3554016"/>
            <a:ext cx="8001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전반기 핵심 마일스톤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71500" y="3800475"/>
            <a:ext cx="80010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2주차 종료 시점까지 구독 신청부터 관리자 승인까지의 전체 비즈니스 플로우 검증을 완료하고, 3주차에 현장 및 팀 관리 기능을 정상 동작시키는 것을 목표로 합니다.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개발 일정 및 마일스톤 (후반기)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7512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후반기에는 출역 관리와 전자계약 등 핵심 비즈니스 로직을 완성하고, 전체 시스템의 통합 테스트 및 프로덕션 배포를 진행합니다.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646634"/>
            <a:ext cx="7286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주차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300163" y="1646634"/>
            <a:ext cx="1085850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기간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386013" y="1646634"/>
            <a:ext cx="1800225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주요 목표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186238" y="1646634"/>
            <a:ext cx="43862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핵심 산출물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1939528"/>
            <a:ext cx="728663" cy="29646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4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300163" y="1939528"/>
            <a:ext cx="1085850" cy="29646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01/27 - 02/02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386013" y="1939528"/>
            <a:ext cx="1800225" cy="29646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출역 관리 시스템 완성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186238" y="1939528"/>
            <a:ext cx="4386263" cy="29646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출역 통계 및 집계 API, 모바일 GPS 기반 출역 체크 기능, 현장관리자용 출역 대시보드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2235994"/>
            <a:ext cx="7286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5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300163" y="2235994"/>
            <a:ext cx="1085850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02/03 - 02/09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386013" y="2235994"/>
            <a:ext cx="1800225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전자계약 및 고급 기능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186238" y="2235994"/>
            <a:ext cx="43862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모바일 전자서명 시스템, 계약서 PDF 생성 엔진, 기상청 API 연동 공사일보 자동 생성 기능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1500" y="2528888"/>
            <a:ext cx="7286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Week 6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300163" y="2528888"/>
            <a:ext cx="1085850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02/10 - 02/15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386013" y="2528888"/>
            <a:ext cx="1800225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최종 테스트 및 배포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186238" y="2528888"/>
            <a:ext cx="4386263" cy="2928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전체 시스템 통합 테스트 결과서, API 성능 최적화, 앱 스토어 배포 및 프로덕션 환경 런칭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품질 관리 및 리스크 대응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3227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프로젝트의 성공적인 완수를 위해 엄격한 품질 기준을 적용하고, AI 도구를 활용한 생산성 극대화 및 체계적인 리스크 관리 체계를 가동합니다.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2075259"/>
            <a:ext cx="24764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품질 관리 기준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389584"/>
            <a:ext cx="247648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주요 API에 대해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80% 이상의 테스트 커버리지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를 확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보하고, 모든 API 응답 시간을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500ms 이하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로 유지하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는 것을 목표로 합니다. 정기적인 코드 리뷰와 E2E 테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스트를 통해 시스템 안정성을 보장합니다.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3333731" y="2075259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AI 도구 활용 계획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333731" y="2389584"/>
            <a:ext cx="247650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Cursor 및 GitHub Copilot과 같은 AI 도구를 적극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활용하여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개발 생산성을 50% 이상 향상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시킵니다. 보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일러플레이트 코드 생성 자동화와 실시간 리팩토링을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통해 핵심 비즈니스 로직 구현에 집중합니다.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095991" y="2075259"/>
            <a:ext cx="24764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리스크 대응 방안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095991" y="2389584"/>
            <a:ext cx="247648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일정 지연 발생 시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MVP 중심의 우선순위 조정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을 즉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시 시행합니다. 모바일 앱 스토어 승인 지연에 대비하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여 PWA(Progressive Web App) 대안을 준비하며,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2월 15일 최종 런칭 일정을 엄수합니다.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2026-01-05T01:54:26Z</dcterms:created>
  <dcterms:modified xsi:type="dcterms:W3CDTF">2026-01-05T01:54:26Z</dcterms:modified>
</cp:coreProperties>
</file>